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Future of Generative AI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Overview of generative AI and its current state</a:t>
            </a:r>
          </a:p>
          <a:p>
            <a:pPr lvl="0"/>
            <a:r>
              <a:rPr/>
              <a:t>Brief history and development of generative models</a:t>
            </a:r>
          </a:p>
          <a:p>
            <a:pPr lvl="0"/>
            <a:r>
              <a:rPr/>
              <a:t>Importance of generative AI in various industries</a:t>
            </a:r>
          </a:p>
          <a:p>
            <a:pPr lvl="0" indent="0" marL="0">
              <a:buNone/>
            </a:pPr>
            <a:r>
              <a:rPr/>
              <a:t>Figure 1: A graph showing the growth of generative models in recent years.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Current Applications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Examples of successful applications of generative AI</a:t>
            </a:r>
          </a:p>
          <a:p>
            <a:pPr lvl="0"/>
            <a:r>
              <a:rPr/>
              <a:t>Common limitations and challenges faced by current generative models</a:t>
            </a:r>
          </a:p>
          <a:p>
            <a:pPr lvl="0"/>
            <a:r>
              <a:rPr/>
              <a:t>Discussion on the need for improvement in these areas</a:t>
            </a:r>
          </a:p>
          <a:p>
            <a:pPr lvl="0" indent="0" marL="0">
              <a:buNone/>
            </a:pPr>
            <a:r>
              <a:rPr/>
              <a:t>Figure 2: An image showcasing the output of a current generative model (e.g. a generated image).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Emerging Trends and Advancements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Recent advancements in generative AI, such as:</a:t>
            </a:r>
          </a:p>
          <a:p>
            <a:pPr lvl="1"/>
            <a:r>
              <a:rPr/>
              <a:t>Multimodal learning</a:t>
            </a:r>
          </a:p>
          <a:p>
            <a:pPr lvl="1"/>
            <a:r>
              <a:rPr/>
              <a:t>Self-supervised learning</a:t>
            </a:r>
          </a:p>
          <a:p>
            <a:pPr lvl="1"/>
            <a:r>
              <a:rPr/>
              <a:t>Transformers</a:t>
            </a:r>
          </a:p>
          <a:p>
            <a:pPr lvl="0"/>
            <a:r>
              <a:rPr/>
              <a:t>Discussion on how these trends will shape the future of generative AI</a:t>
            </a:r>
          </a:p>
          <a:p>
            <a:pPr lvl="0" indent="0" marL="0">
              <a:buNone/>
            </a:pPr>
            <a:r>
              <a:rPr/>
              <a:t>Figure 3: A diagram illustrating multimodal learning.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Ethical and Societal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Potential risks and challenges associated with advanced generative models</a:t>
            </a:r>
          </a:p>
          <a:p>
            <a:pPr lvl="0"/>
            <a:r>
              <a:rPr/>
              <a:t>Discussion on fairness, transparency, and accountability in generative AI</a:t>
            </a:r>
          </a:p>
          <a:p>
            <a:pPr lvl="0"/>
            <a:r>
              <a:rPr/>
              <a:t>Importance of considering societal implications when developing new generative models</a:t>
            </a:r>
          </a:p>
          <a:p>
            <a:pPr lvl="0" indent="0" marL="0">
              <a:buNone/>
            </a:pPr>
            <a:r>
              <a:rPr/>
              <a:t>Figure 4: An image representing the concept of fair and transparent AI.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Future Directions and Research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Potential future developments and research directions for generative AI</a:t>
            </a:r>
          </a:p>
          <a:p>
            <a:pPr lvl="0"/>
            <a:r>
              <a:rPr/>
              <a:t>Discussion on how to address current limitations and challenges</a:t>
            </a:r>
          </a:p>
          <a:p>
            <a:pPr lvl="0"/>
            <a:r>
              <a:rPr/>
              <a:t>Exciting possibilities and potential breakthroughs in the field</a:t>
            </a:r>
          </a:p>
          <a:p>
            <a:pPr lvl="0" indent="0" marL="0">
              <a:buNone/>
            </a:pPr>
            <a:r>
              <a:rPr/>
              <a:t>Figure 5: A graph illustrating the potential future advancements in generative models.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2026-01-30T16:15:03Z</dcterms:created>
  <dcterms:modified xsi:type="dcterms:W3CDTF">2026-01-30T16:15:03Z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